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13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2/12/2025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2/12/2025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2/12/2025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2/12/2025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2/12/2025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 smtClean="0">
                <a:solidFill>
                  <a:schemeClr val="tx1"/>
                </a:solidFill>
              </a:rPr>
              <a:t>PHASE ONE PROJECT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>
                <a:solidFill>
                  <a:schemeClr val="tx1"/>
                </a:solidFill>
              </a:rPr>
              <a:t>Margaret Sarah </a:t>
            </a:r>
            <a:r>
              <a:rPr lang="en-GB" dirty="0" err="1" smtClean="0">
                <a:solidFill>
                  <a:schemeClr val="tx1"/>
                </a:solidFill>
              </a:rPr>
              <a:t>Wanjiru</a:t>
            </a:r>
            <a:r>
              <a:rPr lang="en-GB" dirty="0" smtClean="0">
                <a:solidFill>
                  <a:schemeClr val="tx1"/>
                </a:solidFill>
              </a:rPr>
              <a:t> Njoroge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0836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65463" y="1298448"/>
            <a:ext cx="9213668" cy="3255264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Title: </a:t>
            </a:r>
            <a:r>
              <a:rPr lang="en-GB" b="1" dirty="0" smtClean="0">
                <a:solidFill>
                  <a:schemeClr val="tx1"/>
                </a:solidFill>
              </a:rPr>
              <a:t/>
            </a:r>
            <a:br>
              <a:rPr lang="en-GB" b="1" dirty="0" smtClean="0">
                <a:solidFill>
                  <a:schemeClr val="tx1"/>
                </a:solidFill>
              </a:rPr>
            </a:br>
            <a:r>
              <a:rPr lang="en-GB" b="1" dirty="0">
                <a:solidFill>
                  <a:schemeClr val="tx1"/>
                </a:solidFill>
              </a:rPr>
              <a:t/>
            </a:r>
            <a:br>
              <a:rPr lang="en-GB" b="1" dirty="0">
                <a:solidFill>
                  <a:schemeClr val="tx1"/>
                </a:solidFill>
              </a:rPr>
            </a:br>
            <a:r>
              <a:rPr lang="en-GB" b="1" dirty="0" smtClean="0">
                <a:solidFill>
                  <a:schemeClr val="tx1"/>
                </a:solidFill>
              </a:rPr>
              <a:t>Aviation </a:t>
            </a:r>
            <a:r>
              <a:rPr lang="en-GB" b="1" dirty="0">
                <a:solidFill>
                  <a:schemeClr val="tx1"/>
                </a:solidFill>
              </a:rPr>
              <a:t>Accident </a:t>
            </a:r>
            <a:r>
              <a:rPr lang="en-GB" b="1" dirty="0" smtClean="0">
                <a:solidFill>
                  <a:schemeClr val="tx1"/>
                </a:solidFill>
              </a:rPr>
              <a:t>Analysis</a:t>
            </a:r>
            <a:r>
              <a:rPr lang="en-GB" b="1" dirty="0"/>
              <a:t/>
            </a:r>
            <a:br>
              <a:rPr lang="en-GB" b="1" dirty="0"/>
            </a:br>
            <a:endParaRPr lang="en-GB" b="1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114697" y="4096512"/>
            <a:ext cx="7315200" cy="914400"/>
          </a:xfrm>
        </p:spPr>
        <p:txBody>
          <a:bodyPr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Year Range: 1962–2023</a:t>
            </a:r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9" y="841248"/>
            <a:ext cx="37719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140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chemeClr val="tx1"/>
                </a:solidFill>
              </a:rPr>
              <a:t>OVERVIEW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smtClean="0">
                <a:solidFill>
                  <a:schemeClr val="tx1"/>
                </a:solidFill>
              </a:rPr>
              <a:t>Main objective:</a:t>
            </a:r>
          </a:p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</a:rPr>
              <a:t>A</a:t>
            </a:r>
            <a:r>
              <a:rPr lang="en-GB" dirty="0" smtClean="0">
                <a:solidFill>
                  <a:schemeClr val="tx1"/>
                </a:solidFill>
              </a:rPr>
              <a:t>ims to deliver </a:t>
            </a:r>
            <a:r>
              <a:rPr lang="en-GB" dirty="0">
                <a:solidFill>
                  <a:schemeClr val="tx1"/>
                </a:solidFill>
              </a:rPr>
              <a:t>data-driven insights </a:t>
            </a:r>
            <a:r>
              <a:rPr lang="en-GB" dirty="0" smtClean="0">
                <a:solidFill>
                  <a:schemeClr val="tx1"/>
                </a:solidFill>
              </a:rPr>
              <a:t>that would provide insights in efforts to improve air safely </a:t>
            </a:r>
          </a:p>
          <a:p>
            <a:pPr marL="0" indent="0">
              <a:buNone/>
            </a:pPr>
            <a:r>
              <a:rPr lang="en-GB" dirty="0" smtClean="0">
                <a:solidFill>
                  <a:schemeClr val="tx1"/>
                </a:solidFill>
              </a:rPr>
              <a:t>Specific objectives: </a:t>
            </a:r>
          </a:p>
          <a:p>
            <a:r>
              <a:rPr lang="en-GB" dirty="0" smtClean="0">
                <a:solidFill>
                  <a:schemeClr val="tx1"/>
                </a:solidFill>
              </a:rPr>
              <a:t>To show the most common causes of aviation accidents</a:t>
            </a:r>
            <a:endParaRPr lang="en-GB" dirty="0">
              <a:solidFill>
                <a:schemeClr val="tx1"/>
              </a:solidFill>
            </a:endParaRPr>
          </a:p>
          <a:p>
            <a:r>
              <a:rPr lang="en-GB" dirty="0" smtClean="0">
                <a:solidFill>
                  <a:schemeClr val="tx1"/>
                </a:solidFill>
              </a:rPr>
              <a:t>To show how accident </a:t>
            </a:r>
            <a:r>
              <a:rPr lang="en-GB" dirty="0">
                <a:solidFill>
                  <a:schemeClr val="tx1"/>
                </a:solidFill>
              </a:rPr>
              <a:t>rates vary by aircraft type and </a:t>
            </a:r>
            <a:r>
              <a:rPr lang="en-GB" dirty="0" smtClean="0">
                <a:solidFill>
                  <a:schemeClr val="tx1"/>
                </a:solidFill>
              </a:rPr>
              <a:t>location</a:t>
            </a:r>
            <a:endParaRPr lang="en-GB" dirty="0">
              <a:solidFill>
                <a:schemeClr val="tx1"/>
              </a:solidFill>
            </a:endParaRPr>
          </a:p>
          <a:p>
            <a:r>
              <a:rPr lang="en-GB" dirty="0" smtClean="0">
                <a:solidFill>
                  <a:schemeClr val="tx1"/>
                </a:solidFill>
              </a:rPr>
              <a:t>To understand the role of weather in aviation accident</a:t>
            </a:r>
            <a:endParaRPr lang="en-GB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</a:rPr>
              <a:t>Data </a:t>
            </a:r>
            <a:r>
              <a:rPr lang="en-GB" dirty="0">
                <a:solidFill>
                  <a:schemeClr val="tx1"/>
                </a:solidFill>
              </a:rPr>
              <a:t>Source: </a:t>
            </a:r>
            <a:endParaRPr lang="en-GB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dirty="0" smtClean="0">
                <a:solidFill>
                  <a:schemeClr val="tx1"/>
                </a:solidFill>
              </a:rPr>
              <a:t>A csv file from National </a:t>
            </a:r>
            <a:r>
              <a:rPr lang="en-GB" dirty="0">
                <a:solidFill>
                  <a:schemeClr val="tx1"/>
                </a:solidFill>
              </a:rPr>
              <a:t>Transportation Safety Board (NTSB) </a:t>
            </a:r>
            <a:r>
              <a:rPr lang="en-GB" dirty="0" smtClean="0">
                <a:solidFill>
                  <a:schemeClr val="tx1"/>
                </a:solidFill>
              </a:rPr>
              <a:t>with accident reports ranging 1962-2023</a:t>
            </a:r>
            <a:endParaRPr lang="en-GB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dirty="0" smtClean="0">
                <a:solidFill>
                  <a:schemeClr val="tx1"/>
                </a:solidFill>
              </a:rPr>
              <a:t>Business Understanding:</a:t>
            </a:r>
            <a:endParaRPr lang="en-GB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dirty="0" smtClean="0">
                <a:solidFill>
                  <a:schemeClr val="tx1"/>
                </a:solidFill>
              </a:rPr>
              <a:t>Purpose of this analysis is based on understanding aviation </a:t>
            </a:r>
            <a:r>
              <a:rPr lang="en-GB" dirty="0">
                <a:solidFill>
                  <a:schemeClr val="tx1"/>
                </a:solidFill>
              </a:rPr>
              <a:t>accident trends to improve safety and operations</a:t>
            </a:r>
            <a:r>
              <a:rPr lang="en-GB" dirty="0" smtClean="0">
                <a:solidFill>
                  <a:schemeClr val="tx1"/>
                </a:solidFill>
              </a:rPr>
              <a:t>.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3259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23837"/>
            <a:ext cx="3614057" cy="4601183"/>
          </a:xfrm>
        </p:spPr>
        <p:txBody>
          <a:bodyPr>
            <a:normAutofit/>
          </a:bodyPr>
          <a:lstStyle/>
          <a:p>
            <a:r>
              <a:rPr lang="en-GB" sz="3400" dirty="0" smtClean="0">
                <a:solidFill>
                  <a:schemeClr val="tx1"/>
                </a:solidFill>
              </a:rPr>
              <a:t>DATA UNDERSTANDING</a:t>
            </a:r>
            <a:endParaRPr lang="en-GB" sz="3400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Data Composition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Accident date, location, aircraft type, </a:t>
            </a:r>
            <a:r>
              <a:rPr lang="en-GB" dirty="0" smtClean="0"/>
              <a:t>fatalities and contributing factors</a:t>
            </a:r>
            <a:endParaRPr lang="en-GB" dirty="0"/>
          </a:p>
          <a:p>
            <a:pPr lvl="1"/>
            <a:r>
              <a:rPr lang="en-GB" dirty="0"/>
              <a:t>Missing values handled using imputation techniques.</a:t>
            </a:r>
          </a:p>
          <a:p>
            <a:r>
              <a:rPr lang="en-GB" b="1" dirty="0" smtClean="0"/>
              <a:t>Comments on the data</a:t>
            </a:r>
          </a:p>
          <a:p>
            <a:pPr lvl="1"/>
            <a:r>
              <a:rPr lang="en-GB" dirty="0" smtClean="0"/>
              <a:t>As part of data cleaning, addressed duplicates and handled missing values</a:t>
            </a:r>
          </a:p>
          <a:p>
            <a:pPr marL="502920" lvl="1" indent="0">
              <a:buNone/>
            </a:pPr>
            <a:endParaRPr lang="en-GB" dirty="0"/>
          </a:p>
          <a:p>
            <a:pPr lvl="1"/>
            <a:r>
              <a:rPr lang="en-GB" dirty="0"/>
              <a:t>Derived </a:t>
            </a:r>
            <a:r>
              <a:rPr lang="en-GB" dirty="0" smtClean="0"/>
              <a:t>insights </a:t>
            </a:r>
            <a:r>
              <a:rPr lang="en-GB" dirty="0"/>
              <a:t>from temporal trends.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922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chemeClr val="tx1"/>
                </a:solidFill>
              </a:rPr>
              <a:t>DATA ANALYSIS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smtClean="0"/>
              <a:t>Some of the analysis I have managed to  analyse and make visualizations included: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dirty="0" smtClean="0"/>
              <a:t>Accidents trend over time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dirty="0" smtClean="0"/>
              <a:t>Severity of accidents</a:t>
            </a:r>
            <a:endParaRPr lang="en-GB" dirty="0"/>
          </a:p>
          <a:p>
            <a:pPr>
              <a:buFont typeface="Wingdings" panose="05000000000000000000" pitchFamily="2" charset="2"/>
              <a:buChar char="v"/>
            </a:pPr>
            <a:r>
              <a:rPr lang="en-GB" dirty="0" smtClean="0"/>
              <a:t>Phase of flights where most accidents take place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dirty="0" smtClean="0"/>
              <a:t>Fatal and non fatal accidents by weather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dirty="0" smtClean="0"/>
              <a:t>Number of accidents bas influenced by weather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dirty="0" smtClean="0"/>
              <a:t>Categorization of accidents based on purpose of flights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dirty="0" smtClean="0"/>
              <a:t>The number of accidents for every make of aircrafts</a:t>
            </a:r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234860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23837"/>
            <a:ext cx="3424335" cy="4601183"/>
          </a:xfrm>
        </p:spPr>
        <p:txBody>
          <a:bodyPr>
            <a:normAutofit/>
          </a:bodyPr>
          <a:lstStyle/>
          <a:p>
            <a:r>
              <a:rPr lang="en-GB" sz="3400" dirty="0" smtClean="0"/>
              <a:t>Recommendation</a:t>
            </a:r>
            <a:endParaRPr lang="en-GB" sz="3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The makes recording highest number of accidents be assessed to rule out technical malfunction and so that safety measures on the crafts can be checked and improved</a:t>
            </a:r>
          </a:p>
          <a:p>
            <a:r>
              <a:rPr lang="en-GB" dirty="0" smtClean="0"/>
              <a:t>Avoid flying in bad weather conditions</a:t>
            </a:r>
          </a:p>
          <a:p>
            <a:r>
              <a:rPr lang="en-GB" dirty="0" smtClean="0"/>
              <a:t>The data should have included fatalities caused by pilots; maybe categorized </a:t>
            </a:r>
            <a:r>
              <a:rPr lang="en-GB" dirty="0" err="1" smtClean="0"/>
              <a:t>interms</a:t>
            </a:r>
            <a:r>
              <a:rPr lang="en-GB" dirty="0" smtClean="0"/>
              <a:t> of pilot skill level, level of rest before the flight and number of trips in the same route. This would make the accident analysis more comprehensive</a:t>
            </a:r>
          </a:p>
          <a:p>
            <a:r>
              <a:rPr lang="en-GB" dirty="0" smtClean="0"/>
              <a:t>It was not possible to tell the most common cause of accident using </a:t>
            </a:r>
            <a:r>
              <a:rPr lang="en-GB" smtClean="0"/>
              <a:t>this dataset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33973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chemeClr val="tx1"/>
                </a:solidFill>
              </a:rPr>
              <a:t>Next Step: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>
                <a:solidFill>
                  <a:schemeClr val="tx1"/>
                </a:solidFill>
              </a:rPr>
              <a:t>Would be great to do a predictive </a:t>
            </a:r>
            <a:r>
              <a:rPr lang="en-GB" dirty="0">
                <a:solidFill>
                  <a:schemeClr val="tx1"/>
                </a:solidFill>
              </a:rPr>
              <a:t>model </a:t>
            </a:r>
            <a:r>
              <a:rPr lang="en-GB" dirty="0" smtClean="0">
                <a:solidFill>
                  <a:schemeClr val="tx1"/>
                </a:solidFill>
              </a:rPr>
              <a:t>for accident risk assessments and monitoring</a:t>
            </a:r>
            <a:endParaRPr lang="en-GB" dirty="0">
              <a:solidFill>
                <a:schemeClr val="tx1"/>
              </a:solidFill>
            </a:endParaRPr>
          </a:p>
          <a:p>
            <a:r>
              <a:rPr lang="en-GB" dirty="0" smtClean="0">
                <a:solidFill>
                  <a:schemeClr val="tx1"/>
                </a:solidFill>
              </a:rPr>
              <a:t>Be able to get real time feedback and insights on the dashboard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5071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19" y="1352939"/>
            <a:ext cx="2883159" cy="37184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596" y="1245134"/>
            <a:ext cx="2947482" cy="4601183"/>
          </a:xfrm>
        </p:spPr>
        <p:txBody>
          <a:bodyPr/>
          <a:lstStyle/>
          <a:p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7360" y="956582"/>
            <a:ext cx="7315200" cy="4114800"/>
          </a:xfrm>
        </p:spPr>
      </p:pic>
      <p:sp>
        <p:nvSpPr>
          <p:cNvPr id="6" name="TextBox 5"/>
          <p:cNvSpPr txBox="1"/>
          <p:nvPr/>
        </p:nvSpPr>
        <p:spPr>
          <a:xfrm>
            <a:off x="4833257" y="5402424"/>
            <a:ext cx="63448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MARGARET SARAH WANJIRU NJOROGE</a:t>
            </a:r>
          </a:p>
          <a:p>
            <a:endParaRPr lang="en-GB" dirty="0"/>
          </a:p>
          <a:p>
            <a:r>
              <a:rPr lang="en-GB" dirty="0" smtClean="0"/>
              <a:t>LINKEDIN: SARAH NJOROGE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86574613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161</TotalTime>
  <Words>338</Words>
  <Application>Microsoft Office PowerPoint</Application>
  <PresentationFormat>Widescreen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Corbel</vt:lpstr>
      <vt:lpstr>Wingdings</vt:lpstr>
      <vt:lpstr>Wingdings 2</vt:lpstr>
      <vt:lpstr>Frame</vt:lpstr>
      <vt:lpstr>PHASE ONE PROJECT</vt:lpstr>
      <vt:lpstr>Title:   Aviation Accident Analysis </vt:lpstr>
      <vt:lpstr>OVERVIEW</vt:lpstr>
      <vt:lpstr>DATA UNDERSTANDING</vt:lpstr>
      <vt:lpstr>DATA ANALYSIS</vt:lpstr>
      <vt:lpstr>Recommendation</vt:lpstr>
      <vt:lpstr>Next Step: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Margaret Njoroge</dc:creator>
  <cp:lastModifiedBy>Margaret Njoroge</cp:lastModifiedBy>
  <cp:revision>10</cp:revision>
  <dcterms:created xsi:type="dcterms:W3CDTF">2025-02-12T09:58:01Z</dcterms:created>
  <dcterms:modified xsi:type="dcterms:W3CDTF">2025-02-12T14:52:53Z</dcterms:modified>
</cp:coreProperties>
</file>